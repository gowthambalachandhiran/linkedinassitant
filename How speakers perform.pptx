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55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5D794-E620-4C98-8834-C42E6CBBBAD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85059-021E-40F0-9F61-56EC7991D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4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85059-021E-40F0-9F61-56EC7991D6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81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D6195-2668-FA39-EF59-F28A11C9C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15C9E-660C-1274-5E45-3463C0214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91F0F-CDEA-49ED-A48D-4D766943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9C87D-3A59-DE5B-847C-4BB0C13D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0A100-2BA5-C26A-8BDB-88B0DBFB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5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A6667-DF74-77D4-C043-C6D8FDDB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1DDD6-E3BC-32EB-BD1B-3CE8DC19A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43A72-A91A-4E3F-EE25-0811AA0F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105C9-4711-FC09-0664-3766A66F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35BF-36D3-B055-19E1-0B1FFA8E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7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D89D-C5DD-FD84-8600-4004FE3C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63DAA-5F93-9443-E7DA-ED86DA7C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2AF43-D28B-C559-85A7-698AB3EC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178B7-B962-2685-0AD7-DE3C8949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B527C-A902-7572-9DB8-DF5D3E19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8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605C-CD14-C4E6-668C-514B66B1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F5C5-4476-CFCB-B10F-0096B16E5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76C6C-6EC1-73BE-4F70-4137EB7EF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B63C-9B4E-D1F3-54F0-79B33B93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2B2A-CBBB-7FD0-BF11-CC63C49D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21CDF-A4A1-DD53-0A15-26D7AA80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1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3C67-C26E-BF51-7118-F1520142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B1F17-D343-797B-9CB5-2FD9E2E4B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A4609-DF8C-9113-FFA4-C9FFBE0B4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A0B4F3-91F7-97CA-5523-7F27D080C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BD4F2-1163-954E-F19D-3B1966D37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74B67-50BE-B4AC-BF6D-6952074ED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6158D-F2BC-6DE1-21BF-B8A349FB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FC23FF-403F-0B71-071D-87A4CC06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5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675C-22AC-5FD7-1D6F-FC0FE53C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C5F53-72E6-7D24-4AAC-21DA1C05F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AB29A-80E5-BDC0-B535-EA586158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DCE61-BF17-AD12-6FC5-88E14C74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2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04715-9743-473A-6816-0613590A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A6210-89F0-ABA4-EB8A-4C58398B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27C5-85DC-B154-2836-DB144264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6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2673-37AA-FDDE-1C74-DB32FB7C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E7A7F-BBE3-1706-6978-7E355D2CF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3E80C-DF6A-5ABB-B0D3-55444982C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3026A-C856-9C80-CE3A-18732E23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06979-807E-2643-7F46-B858D743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91DF3-1DC8-4CA3-D434-B6172EE4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3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E2CD-DF0B-B06C-2845-A619A227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6C993-02C1-FA44-CA84-DCE2036B2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8D3AA-0029-DA09-7C9B-3E5CCD8DF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397ED-9360-2154-D383-62C0540E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CC7CA-42C9-3074-42BB-8C89F8D19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70253-E0D1-0146-7E0B-83E406D7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4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881E-E75D-1DB8-6A24-10357545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AB35A-29AA-8971-EA3D-BEA84A602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6EBF6-D21C-7B33-44C9-2A529839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98ABA-AAF1-D18C-0975-618EF3B8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2C7FE-10E6-6BB6-F004-9157DC52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0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50BB41-51B9-233D-722E-9FF0C7E32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4EE0D-B3F9-E9FE-681E-6974A15B8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C663B-A210-77B2-2EF0-BF6A9417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3FAA2-6DFA-2661-C872-49FDB85F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F9E92-569C-0B17-51D6-2DE8304C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9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78744-F1B5-631B-3EF5-D63D5D37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A8C09-AD94-BF56-4F1F-5EC8832C8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5A5DD-651B-16A7-EC2A-8ADC6BB27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226FF-A4C2-4EA9-BE51-7032E0BD7923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043E8-8501-6C26-68B0-9322E7023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18F8-4DC8-106B-05E1-30AC9E2B5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27D1D-88D1-42FE-B594-C67A50E0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8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C3C32-1F9C-2BEB-3E20-99FF1DFE2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How speakers perform?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892D0-B37B-41AF-DA6D-AB2C48C65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9F9F73E4-0845-2D67-BAAD-B160B3BB3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419" y="390832"/>
            <a:ext cx="8817781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80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C285B-94E6-A193-7330-895387DB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Distribution of areas to improve</a:t>
            </a:r>
          </a:p>
        </p:txBody>
      </p:sp>
      <p:pic>
        <p:nvPicPr>
          <p:cNvPr id="5" name="Picture 4" descr="A screenshot of a graph">
            <a:extLst>
              <a:ext uri="{FF2B5EF4-FFF2-40B4-BE49-F238E27FC236}">
                <a16:creationId xmlns:a16="http://schemas.microsoft.com/office/drawing/2014/main" id="{677FB4B0-248F-602A-F67D-A87B5FA5E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031" y="197963"/>
            <a:ext cx="7569724" cy="636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5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</Words>
  <Application>Microsoft Office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How speakers perform?</vt:lpstr>
      <vt:lpstr>Distribution of areas to improve</vt:lpstr>
    </vt:vector>
  </TitlesOfParts>
  <Company>PayPal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Balachandhiran</dc:creator>
  <cp:lastModifiedBy>Gowtham Balachandhiran</cp:lastModifiedBy>
  <cp:revision>1</cp:revision>
  <dcterms:created xsi:type="dcterms:W3CDTF">2025-12-12T15:05:17Z</dcterms:created>
  <dcterms:modified xsi:type="dcterms:W3CDTF">2025-12-12T15:24:38Z</dcterms:modified>
</cp:coreProperties>
</file>